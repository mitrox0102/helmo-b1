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5"/>
  </p:sldMasterIdLst>
  <p:notesMasterIdLst>
    <p:notesMasterId r:id="rId9"/>
  </p:notes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B43"/>
    <a:srgbClr val="EFA3A7"/>
    <a:srgbClr val="E4666C"/>
    <a:srgbClr val="DB3139"/>
    <a:srgbClr val="E7777C"/>
    <a:srgbClr val="E6757A"/>
    <a:srgbClr val="C268A6"/>
    <a:srgbClr val="F18800"/>
    <a:srgbClr val="70C4C3"/>
    <a:srgbClr val="BDD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/>
    <p:restoredTop sz="94658"/>
  </p:normalViewPr>
  <p:slideViewPr>
    <p:cSldViewPr snapToGrid="0">
      <p:cViewPr varScale="1">
        <p:scale>
          <a:sx n="122" d="100"/>
          <a:sy n="122" d="100"/>
        </p:scale>
        <p:origin x="1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A078B-1904-4646-9469-7C22B8B59A8D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0C71D-3441-47E8-98C6-181DD880B4D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90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0C71D-3441-47E8-98C6-181DD880B4DA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70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EFC8A9-82C3-4915-8D23-74E743FB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7433-6953-4511-93AB-CF521EBB0C76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7A3721-5B4E-4905-B1C0-3C7B6F00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CC6449-1609-447D-A7C7-7CD60C5E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D2CF7-81FD-A449-8320-0972D19C2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37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FFB17-4345-4002-82AA-2CA9E0F1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7433-6953-4511-93AB-CF521EBB0C76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6B6CB1-AE27-4D88-B6ED-97505C79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F38C38-60BC-41E5-9A8D-DF2F7919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D2CF7-81FD-A449-8320-0972D19C2BAA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C187A8D-E184-4BDA-93AE-39C51CDD265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773238"/>
            <a:ext cx="9144000" cy="1655762"/>
          </a:xfrm>
        </p:spPr>
        <p:txBody>
          <a:bodyPr/>
          <a:lstStyle/>
          <a:p>
            <a:endParaRPr lang="fr-FR" dirty="0">
              <a:solidFill>
                <a:srgbClr val="D90B4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AD8A0A43-7129-4EEF-BEAF-45E5F48E4F6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90044" y="3602038"/>
            <a:ext cx="8477956" cy="1655762"/>
          </a:xfrm>
        </p:spPr>
        <p:txBody>
          <a:bodyPr/>
          <a:lstStyle/>
          <a:p>
            <a:endParaRPr lang="fr-FR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F73A65-FD26-419E-AAA7-0348F77A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7433-6953-4511-93AB-CF521EBB0C76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3C96CB-277E-4E38-834C-14C2F21D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F9B365-2FE6-4641-B7A8-A820F198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D2CF7-81FD-A449-8320-0972D19C2BAA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5FCDDA6-7C53-49F9-AFE1-A2752561F5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09187" y="365125"/>
            <a:ext cx="7054192" cy="1325563"/>
          </a:xfrm>
        </p:spPr>
        <p:txBody>
          <a:bodyPr/>
          <a:lstStyle/>
          <a:p>
            <a:endParaRPr lang="fr-FR" dirty="0">
              <a:solidFill>
                <a:srgbClr val="D90B4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DFB1923-F212-42CA-94C1-0654C6B1E4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09186" y="1825625"/>
            <a:ext cx="9444614" cy="4010731"/>
          </a:xfrm>
        </p:spPr>
        <p:txBody>
          <a:bodyPr/>
          <a:lstStyle/>
          <a:p>
            <a:pPr>
              <a:buClr>
                <a:srgbClr val="D90B43"/>
              </a:buClr>
            </a:pPr>
            <a:endParaRPr lang="fr-FR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9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8304EA-A557-4701-931A-BAFBE854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7433-6953-4511-93AB-CF521EBB0C76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7D5C45-6DA6-45F1-9F59-77E1C7D8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C66215-8A44-4F94-8832-B12CF608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D2CF7-81FD-A449-8320-0972D19C2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80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EEFE278-FE0B-470B-995F-75445D38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BE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A0E6FB-9E3C-4733-9407-ACD30A69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26D71F-F64E-47FB-B2F7-88BEC7EE9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47433-6953-4511-93AB-CF521EBB0C76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69063F-FA29-4F2B-954C-F65C677C6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CA4018-BD38-43E8-B4B9-A7604B8A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D2CF7-81FD-A449-8320-0972D19C2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76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8" r:id="rId2"/>
    <p:sldLayoutId id="2147483659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D90B4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90B4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90B4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90B4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90B4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90B4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ABF7BA3-9103-0E7C-0C8E-B8079F15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t="7040" b="1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0107D4C-3A9F-3581-6B90-0F4868856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24"/>
          <a:stretch>
            <a:fillRect/>
          </a:stretch>
        </p:blipFill>
        <p:spPr>
          <a:xfrm rot="16200000">
            <a:off x="-324587" y="323853"/>
            <a:ext cx="6877590" cy="62284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B4AB9E0-11A7-7667-0473-99CBDE950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78228" y="1657076"/>
            <a:ext cx="7100815" cy="37267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36AA845-5DF8-92D2-9A26-A9BD7B121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39873"/>
            <a:ext cx="1518127" cy="1518127"/>
          </a:xfrm>
          <a:prstGeom prst="rect">
            <a:avLst/>
          </a:prstGeom>
        </p:spPr>
      </p:pic>
      <p:sp>
        <p:nvSpPr>
          <p:cNvPr id="13" name="Rectangle : avec coins arrondis en haut 12">
            <a:extLst>
              <a:ext uri="{FF2B5EF4-FFF2-40B4-BE49-F238E27FC236}">
                <a16:creationId xmlns:a16="http://schemas.microsoft.com/office/drawing/2014/main" id="{F02C12BD-3177-580B-1433-A1EC013EEFA7}"/>
              </a:ext>
            </a:extLst>
          </p:cNvPr>
          <p:cNvSpPr/>
          <p:nvPr/>
        </p:nvSpPr>
        <p:spPr>
          <a:xfrm>
            <a:off x="2926405" y="2091128"/>
            <a:ext cx="5538865" cy="2459887"/>
          </a:xfrm>
          <a:prstGeom prst="round2SameRect">
            <a:avLst/>
          </a:prstGeom>
          <a:gradFill>
            <a:gsLst>
              <a:gs pos="0">
                <a:srgbClr val="E7777C"/>
              </a:gs>
              <a:gs pos="100000">
                <a:srgbClr val="D90B4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fr-BE" sz="28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</a:br>
            <a:br>
              <a:rPr lang="fr-BE" sz="28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</a:br>
            <a:r>
              <a:rPr lang="fr-BE" sz="28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La passion de la progression </a:t>
            </a:r>
            <a:br>
              <a:rPr lang="fr-BE" sz="28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</a:br>
            <a:r>
              <a:rPr lang="fr-BE" sz="28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et un aperçu du futur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C3CFBEA-6080-46C7-B506-F7E6858D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3947" y="2096844"/>
            <a:ext cx="5763780" cy="144170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866F37E-346D-6282-26CB-9EA4AB1FD337}"/>
              </a:ext>
            </a:extLst>
          </p:cNvPr>
          <p:cNvSpPr txBox="1"/>
          <p:nvPr/>
        </p:nvSpPr>
        <p:spPr>
          <a:xfrm>
            <a:off x="9267801" y="171450"/>
            <a:ext cx="292419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Journée </a:t>
            </a:r>
          </a:p>
          <a:p>
            <a:pPr algn="r"/>
            <a: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portes ouvertes</a:t>
            </a:r>
            <a:b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</a:br>
            <a: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28/11/25</a:t>
            </a:r>
            <a:b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</a:br>
            <a:r>
              <a:rPr lang="fr-BE" sz="2800" dirty="0">
                <a:solidFill>
                  <a:schemeClr val="bg1"/>
                </a:solidFill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8h-15h30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10E4C26-AC47-204F-F54E-87A9CE47C621}"/>
              </a:ext>
            </a:extLst>
          </p:cNvPr>
          <p:cNvSpPr txBox="1"/>
          <p:nvPr/>
        </p:nvSpPr>
        <p:spPr>
          <a:xfrm>
            <a:off x="8764007" y="6498095"/>
            <a:ext cx="317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© HELMo. Tous droits réservés.</a:t>
            </a:r>
          </a:p>
        </p:txBody>
      </p:sp>
    </p:spTree>
    <p:extLst>
      <p:ext uri="{BB962C8B-B14F-4D97-AF65-F5344CB8AC3E}">
        <p14:creationId xmlns:p14="http://schemas.microsoft.com/office/powerpoint/2010/main" val="1699259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000">
        <p:fade/>
      </p:transition>
    </mc:Choice>
    <mc:Fallback>
      <p:transition spd="med" advTm="1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intérieur, personne, ordinateur, mur&#10;&#10;Le contenu généré par l’IA peut être incorrect.">
            <a:extLst>
              <a:ext uri="{FF2B5EF4-FFF2-40B4-BE49-F238E27FC236}">
                <a16:creationId xmlns:a16="http://schemas.microsoft.com/office/drawing/2014/main" id="{812E3B85-7589-B1C3-76CF-DB114A7B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 b="573"/>
          <a:stretch>
            <a:fillRect/>
          </a:stretch>
        </p:blipFill>
        <p:spPr>
          <a:xfrm>
            <a:off x="0" y="39338"/>
            <a:ext cx="12191999" cy="6818662"/>
          </a:xfrm>
          <a:prstGeom prst="rect">
            <a:avLst/>
          </a:prstGeom>
        </p:spPr>
      </p:pic>
      <p:pic>
        <p:nvPicPr>
          <p:cNvPr id="3" name="Image 2" descr="Une image contenant créativité, illustration&#10;&#10;Le contenu généré par l’IA peut être incorrect.">
            <a:extLst>
              <a:ext uri="{FF2B5EF4-FFF2-40B4-BE49-F238E27FC236}">
                <a16:creationId xmlns:a16="http://schemas.microsoft.com/office/drawing/2014/main" id="{436622E1-2ECA-EA45-6967-36CA3C19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Image 6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D2CBDF54-924C-0FD6-B32E-0D66C13B0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250011" cy="1563329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BB371CB-E53B-9A15-0CC3-4453F42779E1}"/>
              </a:ext>
            </a:extLst>
          </p:cNvPr>
          <p:cNvSpPr/>
          <p:nvPr/>
        </p:nvSpPr>
        <p:spPr>
          <a:xfrm>
            <a:off x="741568" y="5100673"/>
            <a:ext cx="2638714" cy="914400"/>
          </a:xfrm>
          <a:prstGeom prst="roundRect">
            <a:avLst/>
          </a:prstGeom>
          <a:gradFill flip="none" rotWithShape="1">
            <a:gsLst>
              <a:gs pos="0">
                <a:srgbClr val="D90B43"/>
              </a:gs>
              <a:gs pos="56000">
                <a:srgbClr val="E4666C"/>
              </a:gs>
              <a:gs pos="100000">
                <a:srgbClr val="D90B43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Des doutes ??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9A0E86C-B4D1-E21A-4C87-E7AB2757332F}"/>
              </a:ext>
            </a:extLst>
          </p:cNvPr>
          <p:cNvSpPr/>
          <p:nvPr/>
        </p:nvSpPr>
        <p:spPr>
          <a:xfrm>
            <a:off x="2340519" y="3800546"/>
            <a:ext cx="2638714" cy="914400"/>
          </a:xfrm>
          <a:prstGeom prst="roundRect">
            <a:avLst/>
          </a:prstGeom>
          <a:gradFill flip="none" rotWithShape="1">
            <a:gsLst>
              <a:gs pos="0">
                <a:srgbClr val="D90B43"/>
              </a:gs>
              <a:gs pos="56000">
                <a:srgbClr val="E4666C"/>
              </a:gs>
              <a:gs pos="100000">
                <a:srgbClr val="D90B43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Des questions ??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154C931-2405-A22D-6E4F-AF0A7D4BEA50}"/>
              </a:ext>
            </a:extLst>
          </p:cNvPr>
          <p:cNvSpPr/>
          <p:nvPr/>
        </p:nvSpPr>
        <p:spPr>
          <a:xfrm>
            <a:off x="236899" y="2600254"/>
            <a:ext cx="2638714" cy="914400"/>
          </a:xfrm>
          <a:prstGeom prst="roundRect">
            <a:avLst/>
          </a:prstGeom>
          <a:gradFill flip="none" rotWithShape="1">
            <a:gsLst>
              <a:gs pos="0">
                <a:srgbClr val="D90B43"/>
              </a:gs>
              <a:gs pos="56000">
                <a:srgbClr val="E4666C"/>
              </a:gs>
              <a:gs pos="100000">
                <a:srgbClr val="D90B43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bg1"/>
                </a:solidFill>
              </a:rPr>
              <a:t>Des difficultés ??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B589179D-3E64-94D4-6B9D-99DBB913C373}"/>
              </a:ext>
            </a:extLst>
          </p:cNvPr>
          <p:cNvSpPr/>
          <p:nvPr/>
        </p:nvSpPr>
        <p:spPr>
          <a:xfrm>
            <a:off x="5429250" y="3502167"/>
            <a:ext cx="2457450" cy="1052012"/>
          </a:xfrm>
          <a:prstGeom prst="rightArrow">
            <a:avLst/>
          </a:prstGeom>
          <a:gradFill flip="none" rotWithShape="1">
            <a:gsLst>
              <a:gs pos="0">
                <a:srgbClr val="EFA3A7"/>
              </a:gs>
              <a:gs pos="100000">
                <a:srgbClr val="D90B43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AC00A85-B4DB-70B2-8C0D-4EF2E8F8F8DC}"/>
              </a:ext>
            </a:extLst>
          </p:cNvPr>
          <p:cNvSpPr/>
          <p:nvPr/>
        </p:nvSpPr>
        <p:spPr>
          <a:xfrm>
            <a:off x="8304863" y="2566086"/>
            <a:ext cx="3018465" cy="2924174"/>
          </a:xfrm>
          <a:prstGeom prst="roundRect">
            <a:avLst/>
          </a:prstGeom>
          <a:solidFill>
            <a:srgbClr val="D90B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u="sng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 l’HELMo nous avons :</a:t>
            </a:r>
          </a:p>
          <a:p>
            <a:pPr algn="ctr"/>
            <a:endParaRPr lang="fr-BE" u="sng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algn="ctr"/>
            <a:r>
              <a:rPr lang="fr-BE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-Des professeurs accessibles,</a:t>
            </a:r>
          </a:p>
          <a:p>
            <a:pPr algn="ctr"/>
            <a:r>
              <a:rPr lang="fr-BE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-Des activités de remédiations,</a:t>
            </a:r>
          </a:p>
          <a:p>
            <a:pPr algn="ctr"/>
            <a:r>
              <a:rPr lang="fr-BE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-Des accompagnateurs à l’écoute,</a:t>
            </a:r>
          </a:p>
          <a:p>
            <a:pPr algn="ctr"/>
            <a:r>
              <a:rPr lang="fr-BE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-…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129C64A-A8CF-60FA-DBEE-FCA992C9A940}"/>
              </a:ext>
            </a:extLst>
          </p:cNvPr>
          <p:cNvSpPr txBox="1"/>
          <p:nvPr/>
        </p:nvSpPr>
        <p:spPr>
          <a:xfrm>
            <a:off x="-1" y="65280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© HELMo. Tous droits réservés.</a:t>
            </a:r>
          </a:p>
        </p:txBody>
      </p:sp>
    </p:spTree>
    <p:extLst>
      <p:ext uri="{BB962C8B-B14F-4D97-AF65-F5344CB8AC3E}">
        <p14:creationId xmlns:p14="http://schemas.microsoft.com/office/powerpoint/2010/main" val="548837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000">
        <p:fade/>
      </p:transition>
    </mc:Choice>
    <mc:Fallback>
      <p:transition spd="med" advTm="1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personne, habits, Visage humain, homme&#10;&#10;Le contenu généré par l’IA peut être incorrect.">
            <a:extLst>
              <a:ext uri="{FF2B5EF4-FFF2-40B4-BE49-F238E27FC236}">
                <a16:creationId xmlns:a16="http://schemas.microsoft.com/office/drawing/2014/main" id="{32EDD83C-22D1-7382-97E4-A5D6EF82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208"/>
          <a:stretch>
            <a:fillRect/>
          </a:stretch>
        </p:blipFill>
        <p:spPr>
          <a:xfrm>
            <a:off x="0" y="-707"/>
            <a:ext cx="12192000" cy="686549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1B56844-876F-A751-13A8-B7E88695D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23"/>
          <a:stretch>
            <a:fillRect/>
          </a:stretch>
        </p:blipFill>
        <p:spPr>
          <a:xfrm>
            <a:off x="-1" y="1"/>
            <a:ext cx="12192001" cy="1885950"/>
          </a:xfrm>
          <a:prstGeom prst="rect">
            <a:avLst/>
          </a:prstGeom>
        </p:spPr>
      </p:pic>
      <p:pic>
        <p:nvPicPr>
          <p:cNvPr id="5" name="Image 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5AB47BDF-231D-8AA8-2D23-8CEE6C12A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6818" y="-216336"/>
            <a:ext cx="5763780" cy="1441707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C34334F-D21B-D262-E7F8-CDB691D130BD}"/>
              </a:ext>
            </a:extLst>
          </p:cNvPr>
          <p:cNvSpPr/>
          <p:nvPr/>
        </p:nvSpPr>
        <p:spPr>
          <a:xfrm>
            <a:off x="3638014" y="2975549"/>
            <a:ext cx="4915967" cy="1789566"/>
          </a:xfrm>
          <a:prstGeom prst="roundRect">
            <a:avLst/>
          </a:prstGeom>
          <a:gradFill flip="none" rotWithShape="1">
            <a:gsLst>
              <a:gs pos="0">
                <a:srgbClr val="D90B43"/>
              </a:gs>
              <a:gs pos="56000">
                <a:srgbClr val="E4666C"/>
              </a:gs>
              <a:gs pos="100000">
                <a:srgbClr val="D90B43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dirty="0">
                <a:solidFill>
                  <a:schemeClr val="bg1"/>
                </a:solidFill>
              </a:rPr>
              <a:t>Alors rejoins-nous à l’HELMo Guillemins</a:t>
            </a:r>
            <a:br>
              <a:rPr lang="fr-BE" sz="2200" dirty="0">
                <a:solidFill>
                  <a:schemeClr val="bg1"/>
                </a:solidFill>
              </a:rPr>
            </a:br>
            <a:r>
              <a:rPr lang="fr-BE" sz="2200" dirty="0">
                <a:solidFill>
                  <a:schemeClr val="bg1"/>
                </a:solidFill>
              </a:rPr>
              <a:t>Et retrouve plus d’informations sur le site: https://www.helmo.be/fr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60A5EF4-B6C9-C636-879D-00BE3892ADD6}"/>
              </a:ext>
            </a:extLst>
          </p:cNvPr>
          <p:cNvSpPr/>
          <p:nvPr/>
        </p:nvSpPr>
        <p:spPr>
          <a:xfrm>
            <a:off x="1923935" y="2078042"/>
            <a:ext cx="8344124" cy="768349"/>
          </a:xfrm>
          <a:prstGeom prst="roundRect">
            <a:avLst/>
          </a:prstGeom>
          <a:gradFill flip="none" rotWithShape="1">
            <a:gsLst>
              <a:gs pos="0">
                <a:srgbClr val="D90B43"/>
              </a:gs>
              <a:gs pos="56000">
                <a:srgbClr val="E4666C"/>
              </a:gs>
              <a:gs pos="100000">
                <a:srgbClr val="D90B43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Si tu te sens concerné.e par le futur ou que l’informatique t’intéresse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CB59271-B8B4-BD1F-F163-6389340D1838}"/>
              </a:ext>
            </a:extLst>
          </p:cNvPr>
          <p:cNvSpPr txBox="1"/>
          <p:nvPr/>
        </p:nvSpPr>
        <p:spPr>
          <a:xfrm>
            <a:off x="-1" y="65280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© HELMo. Tous droits réservés.</a:t>
            </a:r>
          </a:p>
        </p:txBody>
      </p:sp>
    </p:spTree>
    <p:extLst>
      <p:ext uri="{BB962C8B-B14F-4D97-AF65-F5344CB8AC3E}">
        <p14:creationId xmlns:p14="http://schemas.microsoft.com/office/powerpoint/2010/main" val="1532468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000">
        <p:fade/>
      </p:transition>
    </mc:Choice>
    <mc:Fallback>
      <p:transition spd="med" advTm="15000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mmunication_Ressource" ma:contentTypeID="0x010100F037E58A6FBF5C4D97F21A266CBE3DAA00B8D70EF4F757224CBA4F9BEC1C8481B3" ma:contentTypeVersion="27" ma:contentTypeDescription="Support de communication - ressources" ma:contentTypeScope="" ma:versionID="c1551542d627972bd75873e1a6ff7be8">
  <xsd:schema xmlns:xsd="http://www.w3.org/2001/XMLSchema" xmlns:xs="http://www.w3.org/2001/XMLSchema" xmlns:p="http://schemas.microsoft.com/office/2006/metadata/properties" xmlns:ns2="a126fd63-1392-4957-907e-d9b0b3d70b25" xmlns:ns3="9ea26ba0-c346-49fe-87b2-1411f4c3e60c" targetNamespace="http://schemas.microsoft.com/office/2006/metadata/properties" ma:root="true" ma:fieldsID="6eba06e58f72d9ea1297105a165a18f0" ns2:_="" ns3:_="">
    <xsd:import namespace="a126fd63-1392-4957-907e-d9b0b3d70b25"/>
    <xsd:import namespace="9ea26ba0-c346-49fe-87b2-1411f4c3e60c"/>
    <xsd:element name="properties">
      <xsd:complexType>
        <xsd:sequence>
          <xsd:element name="documentManagement">
            <xsd:complexType>
              <xsd:all>
                <xsd:element ref="ns2:h732aed519914d708475dc88c37ca183" minOccurs="0"/>
                <xsd:element ref="ns2:TaxCatchAll" minOccurs="0"/>
                <xsd:element ref="ns2:TaxCatchAllLabel" minOccurs="0"/>
                <xsd:element ref="ns2:pbd99cce59b94681b4a02d052c46c938" minOccurs="0"/>
                <xsd:element ref="ns2:gd5ea947679a4004a2020ff3efbc6b5a" minOccurs="0"/>
                <xsd:element ref="ns2:hac7c7e665174c0593d22ba45d17642d" minOccurs="0"/>
                <xsd:element ref="ns2:p775c0eb91a5487797ec590968e54997" minOccurs="0"/>
                <xsd:element ref="ns2:p53d950077ae48a79d32b21b6bf7e261" minOccurs="0"/>
                <xsd:element ref="ns2:hef0a578826b47379375b783578ae3c4" minOccurs="0"/>
                <xsd:element ref="ns2:g6de6e34a36e4a6b8c88e16f897f6c72" minOccurs="0"/>
                <xsd:element ref="ns2:k32a0b10bda14ed6a2013cb759c4d92d" minOccurs="0"/>
                <xsd:element ref="ns2:h532e3363e6d40a9bb51d2e9a5056d8c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6fd63-1392-4957-907e-d9b0b3d70b25" elementFormDefault="qualified">
    <xsd:import namespace="http://schemas.microsoft.com/office/2006/documentManagement/types"/>
    <xsd:import namespace="http://schemas.microsoft.com/office/infopath/2007/PartnerControls"/>
    <xsd:element name="h732aed519914d708475dc88c37ca183" ma:index="8" ma:taxonomy="true" ma:internalName="h732aed519914d708475dc88c37ca183" ma:taxonomyFieldName="Responsable" ma:displayName="Responsable" ma:default="" ma:fieldId="{1732aed5-1991-4d70-8475-dc88c37ca183}" ma:sspId="0b6a2ec7-4460-416d-86cb-abc62d7adb7d" ma:termSetId="4e2b6256-cae1-4f82-90cd-5591c14e890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d2052b5c-978d-49d6-9397-06b1b47778a2}" ma:internalName="TaxCatchAll" ma:showField="CatchAllData" ma:web="7b61fb51-52f9-4c3c-b589-7dec7fa459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d2052b5c-978d-49d6-9397-06b1b47778a2}" ma:internalName="TaxCatchAllLabel" ma:readOnly="true" ma:showField="CatchAllDataLabel" ma:web="7b61fb51-52f9-4c3c-b589-7dec7fa459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bd99cce59b94681b4a02d052c46c938" ma:index="12" nillable="true" ma:taxonomy="true" ma:internalName="pbd99cce59b94681b4a02d052c46c938" ma:taxonomyFieldName="Processus" ma:displayName="Demo-Processus" ma:readOnly="false" ma:default="" ma:fieldId="{9bd99cce-59b9-4681-b4a0-2d052c46c938}" ma:sspId="0b6a2ec7-4460-416d-86cb-abc62d7adb7d" ma:termSetId="128772f1-079a-4229-b3d4-7f1a04ce7d0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d5ea947679a4004a2020ff3efbc6b5a" ma:index="14" nillable="true" ma:taxonomy="true" ma:internalName="gd5ea947679a4004a2020ff3efbc6b5a" ma:taxonomyFieldName="Demo_Communication_type_de_ressource" ma:displayName="Demo_Communication_type_de_ressource" ma:readOnly="false" ma:default="" ma:fieldId="{0d5ea947-679a-4004-a202-0ff3efbc6b5a}" ma:sspId="0b6a2ec7-4460-416d-86cb-abc62d7adb7d" ma:termSetId="f1f31e59-9223-4975-8042-990962cf0a3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ac7c7e665174c0593d22ba45d17642d" ma:index="16" nillable="true" ma:taxonomy="true" ma:internalName="hac7c7e665174c0593d22ba45d17642d" ma:taxonomyFieldName="Demo_Communication_type_de_modele" ma:displayName="Demo_Communication_type_de_modele" ma:readOnly="false" ma:default="" ma:fieldId="{1ac7c7e6-6517-4c05-93d2-2ba45d17642d}" ma:sspId="0b6a2ec7-4460-416d-86cb-abc62d7adb7d" ma:termSetId="1717a7ad-8e14-48c1-9b68-f2f0b409061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775c0eb91a5487797ec590968e54997" ma:index="18" nillable="true" ma:taxonomy="true" ma:internalName="p775c0eb91a5487797ec590968e54997" ma:taxonomyFieldName="Demo_x002d_Cursus" ma:displayName="Demo-Cursus" ma:default="" ma:fieldId="{9775c0eb-91a5-4877-97ec-590968e54997}" ma:taxonomyMulti="true" ma:sspId="0b6a2ec7-4460-416d-86cb-abc62d7adb7d" ma:termSetId="bcdc10f4-5355-4b35-95f6-0ba89ed9aca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53d950077ae48a79d32b21b6bf7e261" ma:index="20" nillable="true" ma:taxonomy="true" ma:internalName="p53d950077ae48a79d32b21b6bf7e261" ma:taxonomyFieldName="Demo_x002d_Institut" ma:displayName="Demo-Institut" ma:default="" ma:fieldId="{953d9500-77ae-48a7-9d32-b21b6bf7e261}" ma:sspId="0b6a2ec7-4460-416d-86cb-abc62d7adb7d" ma:termSetId="ea915350-1347-42f2-9a4d-1690ca3437f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ef0a578826b47379375b783578ae3c4" ma:index="22" nillable="true" ma:taxonomy="true" ma:internalName="hef0a578826b47379375b783578ae3c4" ma:taxonomyFieldName="Demo_x002d_D_x00e9_partement" ma:displayName="Demo-Département" ma:default="" ma:fieldId="{1ef0a578-826b-4737-9375-b783578ae3c4}" ma:sspId="0b6a2ec7-4460-416d-86cb-abc62d7adb7d" ma:termSetId="bcdc10f4-5355-4b35-95f6-0ba89ed9aca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6de6e34a36e4a6b8c88e16f897f6c72" ma:index="24" nillable="true" ma:taxonomy="true" ma:internalName="g6de6e34a36e4a6b8c88e16f897f6c72" ma:taxonomyFieldName="Demo_x002d_Mot_x0028_s_x0029__x002d_cl_x00e9__x0028_s_x0029__x0020_suppl_x00e9_mentaire_x0028_s_x0029_" ma:displayName="Demo-Mot(s)-clé(s) supplémentaire(s)" ma:default="" ma:fieldId="{06de6e34-a36e-4a6b-8c88-e16f897f6c72}" ma:taxonomyMulti="true" ma:sspId="0b6a2ec7-4460-416d-86cb-abc62d7adb7d" ma:termSetId="dbe5da01-51cd-4c74-affe-4803ffa801d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32a0b10bda14ed6a2013cb759c4d92d" ma:index="26" nillable="true" ma:taxonomy="true" ma:internalName="k32a0b10bda14ed6a2013cb759c4d92d" ma:taxonomyFieldName="Demo_Communication_Couleur_logo" ma:displayName="Demo_Communication_Couleur_logo" ma:default="" ma:fieldId="{432a0b10-bda1-4ed6-a201-3cb759c4d92d}" ma:sspId="0b6a2ec7-4460-416d-86cb-abc62d7adb7d" ma:termSetId="a19a7a48-9241-40fe-9d7a-bff80ceda1e6" ma:anchorId="eab5e059-2960-4abf-bca1-5b2a80b33cd0" ma:open="false" ma:isKeyword="false">
      <xsd:complexType>
        <xsd:sequence>
          <xsd:element ref="pc:Terms" minOccurs="0" maxOccurs="1"/>
        </xsd:sequence>
      </xsd:complexType>
    </xsd:element>
    <xsd:element name="h532e3363e6d40a9bb51d2e9a5056d8c" ma:index="28" nillable="true" ma:taxonomy="true" ma:internalName="h532e3363e6d40a9bb51d2e9a5056d8c" ma:taxonomyFieldName="Demo_Communication_Niveau_Logo" ma:displayName="Demo_Communication_Niveau_Logo" ma:default="" ma:fieldId="{1532e336-3e6d-40a9-bb51-d2e9a5056d8c}" ma:sspId="0b6a2ec7-4460-416d-86cb-abc62d7adb7d" ma:termSetId="a19a7a48-9241-40fe-9d7a-bff80ceda1e6" ma:anchorId="6f80a6b7-8f54-4449-9bd1-5414bbf7515a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a26ba0-c346-49fe-87b2-1411f4c3e6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3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5" nillable="true" ma:taxonomy="true" ma:internalName="lcf76f155ced4ddcb4097134ff3c332f" ma:taxonomyFieldName="MediaServiceImageTags" ma:displayName="Balises d’images" ma:readOnly="false" ma:fieldId="{5cf76f15-5ced-4ddc-b409-7134ff3c332f}" ma:taxonomyMulti="true" ma:sspId="0b6a2ec7-4460-416d-86cb-abc62d7adb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4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0b6a2ec7-4460-416d-86cb-abc62d7adb7d" ContentTypeId="0x010100F037E58A6FBF5C4D97F21A266CBE3DAA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bd99cce59b94681b4a02d052c46c938 xmlns="a126fd63-1392-4957-907e-d9b0b3d70b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</TermName>
          <TermId xmlns="http://schemas.microsoft.com/office/infopath/2007/PartnerControls">104738bf-802e-4f6b-a432-e3619a3b345a</TermId>
        </TermInfo>
      </Terms>
    </pbd99cce59b94681b4a02d052c46c938>
    <p775c0eb91a5487797ec590968e54997 xmlns="a126fd63-1392-4957-907e-d9b0b3d70b25">
      <Terms xmlns="http://schemas.microsoft.com/office/infopath/2007/PartnerControls"/>
    </p775c0eb91a5487797ec590968e54997>
    <h732aed519914d708475dc88c37ca183 xmlns="a126fd63-1392-4957-907e-d9b0b3d70b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Service communication</TermName>
          <TermId xmlns="http://schemas.microsoft.com/office/infopath/2007/PartnerControls">80da36e8-9df6-40bd-92bf-49fbf19f6763</TermId>
        </TermInfo>
      </Terms>
    </h732aed519914d708475dc88c37ca183>
    <k32a0b10bda14ed6a2013cb759c4d92d xmlns="a126fd63-1392-4957-907e-d9b0b3d70b25">
      <Terms xmlns="http://schemas.microsoft.com/office/infopath/2007/PartnerControls"/>
    </k32a0b10bda14ed6a2013cb759c4d92d>
    <h532e3363e6d40a9bb51d2e9a5056d8c xmlns="a126fd63-1392-4957-907e-d9b0b3d70b25">
      <Terms xmlns="http://schemas.microsoft.com/office/infopath/2007/PartnerControls"/>
    </h532e3363e6d40a9bb51d2e9a5056d8c>
    <hac7c7e665174c0593d22ba45d17642d xmlns="a126fd63-1392-4957-907e-d9b0b3d70b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a36c9216-88f5-46ef-8711-28515b78ed09</TermId>
        </TermInfo>
      </Terms>
    </hac7c7e665174c0593d22ba45d17642d>
    <gd5ea947679a4004a2020ff3efbc6b5a xmlns="a126fd63-1392-4957-907e-d9b0b3d70b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Modèle</TermName>
          <TermId xmlns="http://schemas.microsoft.com/office/infopath/2007/PartnerControls">c32b20f4-f4d1-4ab5-8a8d-58b038975b6a</TermId>
        </TermInfo>
      </Terms>
    </gd5ea947679a4004a2020ff3efbc6b5a>
    <p53d950077ae48a79d32b21b6bf7e261 xmlns="a126fd63-1392-4957-907e-d9b0b3d70b25">
      <Terms xmlns="http://schemas.microsoft.com/office/infopath/2007/PartnerControls"/>
    </p53d950077ae48a79d32b21b6bf7e261>
    <lcf76f155ced4ddcb4097134ff3c332f xmlns="9ea26ba0-c346-49fe-87b2-1411f4c3e60c">
      <Terms xmlns="http://schemas.microsoft.com/office/infopath/2007/PartnerControls"/>
    </lcf76f155ced4ddcb4097134ff3c332f>
    <TaxCatchAll xmlns="a126fd63-1392-4957-907e-d9b0b3d70b25">
      <Value>7</Value>
      <Value>10</Value>
      <Value>1</Value>
      <Value>14</Value>
    </TaxCatchAll>
    <hef0a578826b47379375b783578ae3c4 xmlns="a126fd63-1392-4957-907e-d9b0b3d70b25">
      <Terms xmlns="http://schemas.microsoft.com/office/infopath/2007/PartnerControls"/>
    </hef0a578826b47379375b783578ae3c4>
    <g6de6e34a36e4a6b8c88e16f897f6c72 xmlns="a126fd63-1392-4957-907e-d9b0b3d70b25">
      <Terms xmlns="http://schemas.microsoft.com/office/infopath/2007/PartnerControls"/>
    </g6de6e34a36e4a6b8c88e16f897f6c72>
  </documentManagement>
</p:properties>
</file>

<file path=customXml/itemProps1.xml><?xml version="1.0" encoding="utf-8"?>
<ds:datastoreItem xmlns:ds="http://schemas.openxmlformats.org/officeDocument/2006/customXml" ds:itemID="{1E32E408-2944-411C-924D-EE7C47DE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6fd63-1392-4957-907e-d9b0b3d70b25"/>
    <ds:schemaRef ds:uri="9ea26ba0-c346-49fe-87b2-1411f4c3e6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C7667D-C601-48A1-BF35-6CF1EF6C2EB0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E2E1EA8D-10B9-402A-AFE6-55EDA00FAE8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B3CA602-70EA-426F-95CB-1F6BBBCAD34A}">
  <ds:schemaRefs>
    <ds:schemaRef ds:uri="9ea26ba0-c346-49fe-87b2-1411f4c3e60c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a126fd63-1392-4957-907e-d9b0b3d70b25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1768</TotalTime>
  <Words>111</Words>
  <Application>Microsoft Office PowerPoint</Application>
  <PresentationFormat>Grand écran</PresentationFormat>
  <Paragraphs>18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Open Sans</vt:lpstr>
      <vt:lpstr>Open Sans Light</vt:lpstr>
      <vt:lpstr>Open Sans SemiBold</vt:lpstr>
      <vt:lpstr>Thème Office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Pierre Demanche</dc:creator>
  <cp:keywords/>
  <dc:description/>
  <cp:lastModifiedBy>Sami OUAZOUZ</cp:lastModifiedBy>
  <cp:revision>30</cp:revision>
  <dcterms:created xsi:type="dcterms:W3CDTF">2025-01-09T14:52:03Z</dcterms:created>
  <dcterms:modified xsi:type="dcterms:W3CDTF">2025-11-13T16:13:58Z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mo_x002d_D_x00e9_partement">
    <vt:lpwstr/>
  </property>
  <property fmtid="{D5CDD505-2E9C-101B-9397-08002B2CF9AE}" pid="3" name="MediaServiceImageTags">
    <vt:lpwstr/>
  </property>
  <property fmtid="{D5CDD505-2E9C-101B-9397-08002B2CF9AE}" pid="4" name="ContentTypeId">
    <vt:lpwstr>0x010100F037E58A6FBF5C4D97F21A266CBE3DAA00B8D70EF4F757224CBA4F9BEC1C8481B3</vt:lpwstr>
  </property>
  <property fmtid="{D5CDD505-2E9C-101B-9397-08002B2CF9AE}" pid="5" name="Demo_Communication_type_de_ressource">
    <vt:lpwstr>7;#Modèle|c32b20f4-f4d1-4ab5-8a8d-58b038975b6a</vt:lpwstr>
  </property>
  <property fmtid="{D5CDD505-2E9C-101B-9397-08002B2CF9AE}" pid="6" name="Demo-Département">
    <vt:lpwstr/>
  </property>
  <property fmtid="{D5CDD505-2E9C-101B-9397-08002B2CF9AE}" pid="7" name="Demo_x002d_Mot_x0028_s_x0029__x002d_cl_x00e9__x0028_s_x0029__x0020_suppl_x00e9_mentaire_x0028_s_x0029_">
    <vt:lpwstr/>
  </property>
  <property fmtid="{D5CDD505-2E9C-101B-9397-08002B2CF9AE}" pid="8" name="Demo-Cursus">
    <vt:lpwstr/>
  </property>
  <property fmtid="{D5CDD505-2E9C-101B-9397-08002B2CF9AE}" pid="9" name="Demo-Mot(s)-clé(s) supplémentaire(s)">
    <vt:lpwstr/>
  </property>
  <property fmtid="{D5CDD505-2E9C-101B-9397-08002B2CF9AE}" pid="10" name="Demo-Institut">
    <vt:lpwstr/>
  </property>
  <property fmtid="{D5CDD505-2E9C-101B-9397-08002B2CF9AE}" pid="11" name="Demo_x002d_Cursus">
    <vt:lpwstr/>
  </property>
  <property fmtid="{D5CDD505-2E9C-101B-9397-08002B2CF9AE}" pid="12" name="Responsable">
    <vt:lpwstr>14;#Service communication|80da36e8-9df6-40bd-92bf-49fbf19f6763</vt:lpwstr>
  </property>
  <property fmtid="{D5CDD505-2E9C-101B-9397-08002B2CF9AE}" pid="13" name="Processus">
    <vt:lpwstr>1;#Communication|104738bf-802e-4f6b-a432-e3619a3b345a</vt:lpwstr>
  </property>
  <property fmtid="{D5CDD505-2E9C-101B-9397-08002B2CF9AE}" pid="14" name="Demo_x002d_Institut">
    <vt:lpwstr/>
  </property>
  <property fmtid="{D5CDD505-2E9C-101B-9397-08002B2CF9AE}" pid="15" name="Demo_Communication_Couleur_logo">
    <vt:lpwstr/>
  </property>
  <property fmtid="{D5CDD505-2E9C-101B-9397-08002B2CF9AE}" pid="16" name="Demo_Communication_Niveau_Logo">
    <vt:lpwstr/>
  </property>
  <property fmtid="{D5CDD505-2E9C-101B-9397-08002B2CF9AE}" pid="17" name="Demo_Communication_type_de_modele">
    <vt:lpwstr>10;#PowerPoint|a36c9216-88f5-46ef-8711-28515b78ed09</vt:lpwstr>
  </property>
</Properties>
</file>